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813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77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21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48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3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97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1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82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8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62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647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515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172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915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37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97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2D62CD-D5F7-45F0-A104-471CBFBDF09E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E8407D-C84C-4C2D-925D-9AE57AE7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51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AE84-53E3-F947-2C91-23B4DA8E3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Decentralised Land Records Storage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34F03-DCB1-64C2-A6D3-7197E0E00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725108"/>
          </a:xfrm>
        </p:spPr>
        <p:txBody>
          <a:bodyPr>
            <a:normAutofit fontScale="77500" lnSpcReduction="20000"/>
          </a:bodyPr>
          <a:lstStyle/>
          <a:p>
            <a:r>
              <a:rPr lang="en-IN" sz="3400" b="1" dirty="0"/>
              <a:t>Group 6</a:t>
            </a:r>
          </a:p>
          <a:p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Akash </a:t>
            </a:r>
            <a:r>
              <a:rPr lang="en-IN" sz="1300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Bhale</a:t>
            </a:r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– 2021A3PS0854H</a:t>
            </a:r>
          </a:p>
          <a:p>
            <a:r>
              <a:rPr lang="en-IN" sz="1300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Anamay</a:t>
            </a:r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Trivedi- 2021AAPS2217H</a:t>
            </a:r>
          </a:p>
          <a:p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Sriharsha </a:t>
            </a:r>
            <a:r>
              <a:rPr lang="en-IN" sz="1300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Tippavajhala</a:t>
            </a:r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- 2021AAPS0717H</a:t>
            </a:r>
          </a:p>
          <a:p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Pranay G- 2021A3PS2725H</a:t>
            </a:r>
          </a:p>
          <a:p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Amit Narayan </a:t>
            </a:r>
            <a:r>
              <a:rPr lang="en-IN" sz="1300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Satpathy</a:t>
            </a:r>
            <a:r>
              <a:rPr lang="en-IN" sz="13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– 2021AAPS2127H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994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6AF3-AE79-EFB0-A7C2-FB08169B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Introduction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D7819-27F3-7706-3ECB-4EEE4C0EE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Background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Blockchain Emergence: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With the rise of Bitcoin, blockchain technology gained attention for its decentralized and secure nature.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Beyond Cryptocurrencies: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Blockchain offers versatile applications beyond digital currencies, including secure transaction management.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Importance of Decentralization: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Traditional centralized systems are prone to single points of failure and security vulnerabilities.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Project Objective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Familiarization with Blockchain: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project aims to provide hands-on experience in blockchain development.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Real-World Problem Solving: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Addressing a tangible issue - secure land records storage - utilizing blockchain technology.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Secure Transaction Management: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Implementing blockchain fundamentals to ensure the integrity and security of transactions.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10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7CFB-A6D6-714A-98AC-7DA709C3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Blockchain Fundamentals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BD9EA-6B21-AE69-BCD6-0898996AA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Definition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Digital Ledger: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Blockchain serves as a digital and distributed ledger, recording transactions across a network of nodes.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Peer-to-Peer </a:t>
            </a:r>
            <a:r>
              <a:rPr lang="en-IN" sz="12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Trustless</a:t>
            </a: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Mechanism: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Transactions are validated through consensus, eliminating the need for centralized authorities.</a:t>
            </a:r>
          </a:p>
          <a:p>
            <a:pPr algn="l"/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Key Concepts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Transaction Validation: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Consensus mechanisms ensure the validity of transactions before they are added to the blockchain.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Cryptographic Hashing: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Each block contains a hash of the previous block, ensuring the integrity of the entire chain.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Proof of Work: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Miners solve complex computational puzzles to add new blocks to the chain, ensuring security and immutability.</a:t>
            </a:r>
          </a:p>
          <a:p>
            <a:pPr algn="l"/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Relevance to the Project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Secure Transaction Storage: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Blockchain's decentralized and immutable nature provides a secure platform for storing land transaction records.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Elimination of Intermediaries:</a:t>
            </a:r>
            <a:r>
              <a:rPr lang="en-IN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By removing centralized authorities, blockchain reduces the risk of fraud and tampering in land transactions.</a:t>
            </a:r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21400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DE5E-58D6-E9A7-1930-B7F9468C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Quick Introduction to HMAC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28E7-1435-4243-60A7-D80C74CE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12065"/>
            <a:ext cx="5623873" cy="388873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Challenge-Response Authentication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HMAC Mechanism: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Utilizing Hash-based Message Authentication Code for secure key verification.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Confidentiality and Integrity: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Allows users to prove knowledge of a secret key without revealing the key itself.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Scenario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Secure Messaging System: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Alice and Bob's communication scenario demonstrates HMAC-based authentication.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Confidentiality Assurance: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HMAC ensures that Alice can authenticate herself to Bob without exposing her secret key.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Implementation in the Project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Secure User Authentication: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HMAC is incorporated into the blockchain application to verify the authenticity of transactions without revealing sensitive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Enhanced Security: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Challenge-response mechanism adds an additional layer of security, safeguarding transactions against unauthorized access and tampering.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D5DC1-6859-9E45-A7EE-9E5F724E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274" y="2587480"/>
            <a:ext cx="4472506" cy="25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8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E9C1-C2FC-7EF9-DD3F-F9394693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Implementation Details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E03E1-C584-992F-AD34-5718119EA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Blockchain Components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Block: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Data structure containing transaction details and cryptographic hash.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Transaction: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Record of land transactions including buyer, seller, amount, and land details.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Blockchain: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Chain of blocks, decentralized ledger ensuring transaction integrity.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Methods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createBlock</a:t>
            </a: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():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Generates a new block in the blockchain with validated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verifyTransaction</a:t>
            </a: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():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Verifies the authenticity of transactions using HMAC authentication.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879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D59E-068E-AFE9-B78C-C9A96D98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Implementation Details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100E-B807-1F04-1C0F-F076000F2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mineBlock</a:t>
            </a: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():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Utilizes proof-of-work to securely add blocks to the blockchain.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viewUser</a:t>
            </a: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():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Provides users with visibility into their transaction history within the blockchain.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Code Overview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Utilization of Libraries: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IN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Hashlib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time, </a:t>
            </a:r>
            <a:r>
              <a:rPr lang="en-IN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json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IN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hmac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random, and Flask for web interface development.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Class Structure: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Block, Transaction, and Blockchain classes facilitating blockchain management.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Helper Functions: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Continuous mining thread and HMAC challenge-response authentication.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711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DFAD-56AA-7E0A-28A8-189F8B0A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Project Demonstration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909B-446F-CC80-59F7-44A64598C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User Interface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Adding Transactions: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Users can input transaction details, which are securely stored in the blockchain.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Mining Blocks: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Mining process verifies transactions and adds them to the blockchain, ensuring security and immutability.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Viewing User Transactions: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Users can access their transaction history, enhancing transparency and accountability.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Code Execution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Flask Application: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Flask web framework facilitates user interaction with the blockchain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Blockchain Interaction: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Users can interact with the blockchain through the web interface, ensuring seamless integration and usability.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31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1D4F-7A79-1042-D929-29C5CACF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Results and Future Work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8040-FB1C-61CD-7245-50DC89FF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l"/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Achievements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Successful Implementation: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project demonstrates a functional blockchain application for secure transaction management.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Integration of Security Measures: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HMAC-based authentication enhances the security of transactions, ensuring confidentiality and integrity.</a:t>
            </a:r>
          </a:p>
          <a:p>
            <a:pPr algn="l"/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Challenges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Scalability and Performance: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Addressing scalability issues and optimizing performance for larger datasets and networks.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Security Vulnerabilities: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Continuously monitoring and mitigating potential security risks and vulnerabilities.</a:t>
            </a:r>
          </a:p>
          <a:p>
            <a:pPr algn="l"/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Future Directions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Enhanced User Experience: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Improving the user interface and experience to streamline interaction with the blockchain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Additional Blockchain Features: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Implementing advanced blockchain features such as smart contracts and decentralized governance.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5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Scalability Solutions:</a:t>
            </a:r>
            <a:r>
              <a:rPr lang="en-IN" sz="5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Exploring solutions for scalability challenges to accommodate growing transaction volumes and network size.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8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B913-21B4-876E-1D2B-C7F68CB0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Conclusion</a:t>
            </a:r>
            <a:b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A89B4-BD59-EA0E-706B-A33652D9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Key Takeaways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Understanding Blockchain Fundamentals: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We gained a comprehensive understanding of blockchain technology and its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Real-World Problem Solving: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project addresses a tangible issue in land transaction management, showcasing the practical utility of blockchain.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Emphasis on Security:</a:t>
            </a:r>
            <a:r>
              <a:rPr lang="en-I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By integrating HMAC-based authentication, the project emphasizes the importance of security in transaction management.</a:t>
            </a:r>
          </a:p>
          <a:p>
            <a:pPr algn="l"/>
            <a:r>
              <a:rPr lang="en-IN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Acknowledgments: </a:t>
            </a:r>
          </a:p>
          <a:p>
            <a:pPr marL="0" indent="0" algn="l">
              <a:buNone/>
            </a:pPr>
            <a:r>
              <a:rPr lang="en-IN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We would like to thank each other for the collaborative effort put in and ma’am too for letting us do an interesting and relevant project.</a:t>
            </a:r>
            <a:endParaRPr lang="en-IN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226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854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Consolas</vt:lpstr>
      <vt:lpstr>Garamond</vt:lpstr>
      <vt:lpstr>Söhne</vt:lpstr>
      <vt:lpstr>Organic</vt:lpstr>
      <vt:lpstr>Decentralised Land Records Storage System</vt:lpstr>
      <vt:lpstr>Introduction </vt:lpstr>
      <vt:lpstr>Blockchain Fundamentals </vt:lpstr>
      <vt:lpstr>Quick Introduction to HMAC </vt:lpstr>
      <vt:lpstr>Implementation Details </vt:lpstr>
      <vt:lpstr>Implementation Details </vt:lpstr>
      <vt:lpstr>Project Demonstration </vt:lpstr>
      <vt:lpstr>Results and Future Work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Decentralised Land Records Storage System</dc:title>
  <dc:creator>Ranjita Nanda</dc:creator>
  <cp:lastModifiedBy>Ranjita Nanda</cp:lastModifiedBy>
  <cp:revision>1</cp:revision>
  <dcterms:created xsi:type="dcterms:W3CDTF">2024-04-23T18:24:52Z</dcterms:created>
  <dcterms:modified xsi:type="dcterms:W3CDTF">2024-04-23T18:39:08Z</dcterms:modified>
</cp:coreProperties>
</file>